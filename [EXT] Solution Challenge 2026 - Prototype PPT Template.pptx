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5143500" type="screen16x9"/>
  <p:notesSz cx="6858000" cy="9144000"/>
  <p:embeddedFontLst>
    <p:embeddedFont>
      <p:font typeface="Google Sans" panose="020B0604020202020204" charset="0"/>
      <p:regular r:id="rId19"/>
      <p:bold r:id="rId20"/>
      <p:italic r:id="rId21"/>
      <p:boldItalic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63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font" Target="fonts/font3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07f7ad1a1_2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7" name="Google Shape;97;g3c07f7ad1a1_2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c07f7ad1a1_2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c07f7ad1a1_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c07f7ad1a1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c07f7ad1a1_2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c07f7ad1a1_2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1" name="Google Shape;131;g3c07f7ad1a1_2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c07f7ad1a1_2_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7" name="Google Shape;137;g3c07f7ad1a1_2_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c07f7ad1a1_2_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3" name="Google Shape;143;g3c07f7ad1a1_2_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3c07f7ad1a1_2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c07f7ad1a1_2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5" name="Google Shape;155;g3c07f7ad1a1_2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c07f7ad1a1_2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c07f7ad1a1_2_1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7" name="Google Shape;167;g3c07f7ad1a1_2_1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3c07f7ad1a1_2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c07f7ad1a1_2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9" name="Google Shape;179;g3c07f7ad1a1_2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c07f7ad1a1_2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436625" y="881025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GB" sz="4000" b="1" i="0" u="none" strike="noStrike" cap="none">
                <a:solidFill>
                  <a:schemeClr val="accent1"/>
                </a:solidFill>
                <a:latin typeface="Google Sans"/>
                <a:ea typeface="Google Sans"/>
                <a:cs typeface="Google Sans"/>
                <a:sym typeface="Google Sans"/>
              </a:rPr>
              <a:t>Guidelines</a:t>
            </a:r>
            <a:endParaRPr sz="4000" b="1" i="0" u="none" strike="noStrike" cap="none">
              <a:solidFill>
                <a:schemeClr val="accent1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100" name="Google Shape;100;p25"/>
          <p:cNvSpPr txBox="1"/>
          <p:nvPr/>
        </p:nvSpPr>
        <p:spPr>
          <a:xfrm>
            <a:off x="609900" y="1711275"/>
            <a:ext cx="7924200" cy="25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 b="0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Kindly use the given template for submitting your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prototype</a:t>
            </a:r>
            <a:r>
              <a:rPr lang="en-GB" sz="1500" b="0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(Make a copy of the template)</a:t>
            </a:r>
            <a:endParaRPr sz="1500" b="0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 b="0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One team is only required to submit one project.</a:t>
            </a:r>
            <a:endParaRPr sz="1500" b="0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Follow this template while preparing your presentation.</a:t>
            </a:r>
            <a:endParaRPr sz="1500" b="0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 b="0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You are welcome to add as many POCs and design concepts to support your project.</a:t>
            </a:r>
            <a:endParaRPr sz="1500" b="0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 b="0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The project should be feasible and the team members should be capable enough, to come up with the fully functioning prototype of the same idea, if required.</a:t>
            </a:r>
            <a:endParaRPr sz="1500" b="0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238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Google Sans"/>
              <a:buChar char="●"/>
            </a:pPr>
            <a:r>
              <a:rPr lang="en-GB" sz="1500" b="0" i="0" u="none" strike="noStrike" cap="none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In case of queries, kindly reach out to us at 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solutionchallengesupport@hack2skill.com</a:t>
            </a:r>
            <a:endParaRPr sz="1500" b="0" i="0" u="none" strike="noStrike" cap="none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01" name="Google Shape;101;p2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 txBox="1"/>
          <p:nvPr/>
        </p:nvSpPr>
        <p:spPr>
          <a:xfrm>
            <a:off x="65700" y="3897125"/>
            <a:ext cx="90126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 b="1">
                <a:solidFill>
                  <a:srgbClr val="FF0000"/>
                </a:solidFill>
                <a:latin typeface="Google Sans"/>
                <a:ea typeface="Google Sans"/>
                <a:cs typeface="Google Sans"/>
                <a:sym typeface="Google Sans"/>
              </a:rPr>
              <a:t>Note:</a:t>
            </a:r>
            <a:r>
              <a:rPr lang="en-GB" sz="1500">
                <a:solidFill>
                  <a:srgbClr val="434343"/>
                </a:solidFill>
                <a:latin typeface="Google Sans"/>
                <a:ea typeface="Google Sans"/>
                <a:cs typeface="Google Sans"/>
                <a:sym typeface="Google Sans"/>
              </a:rPr>
              <a:t> Prototype must include cloud deployment and use at least one Google AI model or service (e.g., Gemini) as part of the solution.</a:t>
            </a:r>
            <a:endParaRPr sz="1500">
              <a:solidFill>
                <a:srgbClr val="4343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sz="18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sz="18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sz="18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 </a:t>
            </a:r>
            <a:endParaRPr sz="1800" b="1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Brief about your solution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Opportunities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different is it from any of the other existing ideas?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How will it be able to solve the problem?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USP of the proposed solution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595959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List of features offered by the solution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0"/>
          <p:cNvSpPr txBox="1"/>
          <p:nvPr/>
        </p:nvSpPr>
        <p:spPr>
          <a:xfrm>
            <a:off x="195475" y="830775"/>
            <a:ext cx="8772000" cy="51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Process flow diagram or Use-case diagram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34" name="Google Shape;134;p30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1"/>
          <p:cNvSpPr txBox="1"/>
          <p:nvPr/>
        </p:nvSpPr>
        <p:spPr>
          <a:xfrm>
            <a:off x="207700" y="879650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Wireframes/Mock diagrams of the proposed solution (optional)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0" name="Google Shape;140;p31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32"/>
          <p:cNvSpPr txBox="1"/>
          <p:nvPr/>
        </p:nvSpPr>
        <p:spPr>
          <a:xfrm>
            <a:off x="171050" y="867425"/>
            <a:ext cx="88209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Architecture diagram of the proposed solution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46" name="Google Shape;146;p32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Technologies to be used in the solution</a:t>
            </a:r>
            <a:endParaRPr sz="12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34"/>
          <p:cNvSpPr txBox="1"/>
          <p:nvPr/>
        </p:nvSpPr>
        <p:spPr>
          <a:xfrm>
            <a:off x="158825" y="818550"/>
            <a:ext cx="8845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Estimated implementation cost (optional)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58" name="Google Shape;158;p34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6"/>
          <p:cNvSpPr txBox="1"/>
          <p:nvPr/>
        </p:nvSpPr>
        <p:spPr>
          <a:xfrm>
            <a:off x="109950" y="781900"/>
            <a:ext cx="8894100" cy="6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Additional Details/Future Development (if any)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0" name="Google Shape;170;p36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Provide links to your: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Demo Video Link (3 Minutes)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 b="0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MVP Link</a:t>
            </a:r>
            <a:endParaRPr sz="1800" b="0" i="0" u="none" strike="noStrike" cap="none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ogle Sans"/>
              <a:buAutoNum type="arabicPeriod"/>
            </a:pPr>
            <a:r>
              <a:rPr lang="en-GB" sz="1800">
                <a:latin typeface="Google Sans"/>
                <a:ea typeface="Google Sans"/>
                <a:cs typeface="Google Sans"/>
                <a:sym typeface="Google Sans"/>
              </a:rPr>
              <a:t>Working Prototype Link</a:t>
            </a:r>
            <a:endParaRPr sz="180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Google Shape;181;p3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248</Words>
  <Application>Microsoft Office PowerPoint</Application>
  <PresentationFormat>On-screen Show (16:9)</PresentationFormat>
  <Paragraphs>32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Google Sans</vt:lpstr>
      <vt:lpstr>Arial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Vasu Gahlot</dc:creator>
  <cp:lastModifiedBy>Vasu Gahlot</cp:lastModifiedBy>
  <cp:revision>1</cp:revision>
  <dcterms:modified xsi:type="dcterms:W3CDTF">2026-04-13T16:45:00Z</dcterms:modified>
</cp:coreProperties>
</file>